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e874e872824217" /><Relationship Type="http://schemas.openxmlformats.org/officeDocument/2006/relationships/extended-properties" Target="/docProps/app.xml" Id="R8519ee3a5bd14b8b" /><Relationship Type="http://schemas.openxmlformats.org/officeDocument/2006/relationships/officeDocument" Target="/ppt/presentation.xml" Id="R1dccb5569fd7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9add8e33af47c6"/>
  </p:sldMasterIdLst>
  <p:notesMasterIdLst>
    <p:notesMasterId xmlns:r="http://schemas.openxmlformats.org/officeDocument/2006/relationships" r:id="R65dd1fc67cb14654"/>
  </p:notesMasterIdLst>
  <p:sldIdLst>
    <p:sldId xmlns:r="http://schemas.openxmlformats.org/officeDocument/2006/relationships" id="256" r:id="Rf5e4596b7d174079"/>
    <p:sldId xmlns:r="http://schemas.openxmlformats.org/officeDocument/2006/relationships" id="257" r:id="R69318e1883d240fa"/>
    <p:sldId xmlns:r="http://schemas.openxmlformats.org/officeDocument/2006/relationships" id="258" r:id="Rd2ea867067744ad9"/>
    <p:sldId xmlns:r="http://schemas.openxmlformats.org/officeDocument/2006/relationships" id="259" r:id="Rb65f8525ce51449b"/>
    <p:sldId xmlns:r="http://schemas.openxmlformats.org/officeDocument/2006/relationships" id="260" r:id="R242c8628d3e141ff"/>
    <p:sldId xmlns:r="http://schemas.openxmlformats.org/officeDocument/2006/relationships" id="261" r:id="R4474503b97a14fdd"/>
    <p:sldId xmlns:r="http://schemas.openxmlformats.org/officeDocument/2006/relationships" id="262" r:id="R709d14db47394e97"/>
    <p:sldId xmlns:r="http://schemas.openxmlformats.org/officeDocument/2006/relationships" id="263" r:id="R8a04420efc3842f3"/>
    <p:sldId xmlns:r="http://schemas.openxmlformats.org/officeDocument/2006/relationships" id="264" r:id="R83d679f0a51b47e7"/>
    <p:sldId xmlns:r="http://schemas.openxmlformats.org/officeDocument/2006/relationships" id="265" r:id="R78158c4e3010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779f349ad4314" /><Relationship Type="http://schemas.openxmlformats.org/officeDocument/2006/relationships/slideMaster" Target="/ppt/slideMasters/slideMaster1.xml" Id="R379add8e33af47c6" /><Relationship Type="http://schemas.openxmlformats.org/officeDocument/2006/relationships/notesMaster" Target="/ppt/notesMasters/notesMaster1.xml" Id="R65dd1fc67cb14654" /><Relationship Type="http://schemas.openxmlformats.org/officeDocument/2006/relationships/presProps" Target="/ppt/presProps.xml" Id="R38d872a61ce24f78" /><Relationship Type="http://schemas.openxmlformats.org/officeDocument/2006/relationships/tableStyles" Target="/ppt/tableStyles.xml" Id="R994fb41dcf4648ea" /><Relationship Type="http://schemas.openxmlformats.org/officeDocument/2006/relationships/slide" Target="/ppt/slides/slide1.xml" Id="Rf5e4596b7d174079" /><Relationship Type="http://schemas.openxmlformats.org/officeDocument/2006/relationships/slide" Target="/ppt/slides/slide2.xml" Id="R69318e1883d240fa" /><Relationship Type="http://schemas.openxmlformats.org/officeDocument/2006/relationships/slide" Target="/ppt/slides/slide3.xml" Id="Rd2ea867067744ad9" /><Relationship Type="http://schemas.openxmlformats.org/officeDocument/2006/relationships/slide" Target="/ppt/slides/slide4.xml" Id="Rb65f8525ce51449b" /><Relationship Type="http://schemas.openxmlformats.org/officeDocument/2006/relationships/slide" Target="/ppt/slides/slide5.xml" Id="R242c8628d3e141ff" /><Relationship Type="http://schemas.openxmlformats.org/officeDocument/2006/relationships/slide" Target="/ppt/slides/slide6.xml" Id="R4474503b97a14fdd" /><Relationship Type="http://schemas.openxmlformats.org/officeDocument/2006/relationships/slide" Target="/ppt/slides/slide7.xml" Id="R709d14db47394e97" /><Relationship Type="http://schemas.openxmlformats.org/officeDocument/2006/relationships/slide" Target="/ppt/slides/slide8.xml" Id="R8a04420efc3842f3" /><Relationship Type="http://schemas.openxmlformats.org/officeDocument/2006/relationships/slide" Target="/ppt/slides/slide9.xml" Id="R83d679f0a51b47e7" /><Relationship Type="http://schemas.openxmlformats.org/officeDocument/2006/relationships/slide" Target="/ppt/slides/slide10.xml" Id="R78158c4e3010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e2b4f544e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4e4dd6abe4cc5" /><Relationship Type="http://schemas.openxmlformats.org/officeDocument/2006/relationships/notesMaster" Target="/ppt/notesMasters/notesMaster1.xml" Id="Ra5c6a9a08db9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7469e4aa44dcc" /><Relationship Type="http://schemas.openxmlformats.org/officeDocument/2006/relationships/notesMaster" Target="/ppt/notesMasters/notesMaster1.xml" Id="R8f894d500c81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e406ce02249b5" /><Relationship Type="http://schemas.openxmlformats.org/officeDocument/2006/relationships/notesMaster" Target="/ppt/notesMasters/notesMaster1.xml" Id="Rbd4614aabf1b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06bd4fc9ae4035" /><Relationship Type="http://schemas.openxmlformats.org/officeDocument/2006/relationships/notesMaster" Target="/ppt/notesMasters/notesMaster1.xml" Id="Rc4ad896f2361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d9ec8c7f864e78" /><Relationship Type="http://schemas.openxmlformats.org/officeDocument/2006/relationships/notesMaster" Target="/ppt/notesMasters/notesMaster1.xml" Id="R1eb7b504bffe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54ac8f2fca4710" /><Relationship Type="http://schemas.openxmlformats.org/officeDocument/2006/relationships/notesMaster" Target="/ppt/notesMasters/notesMaster1.xml" Id="R0bd74a629dfd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afedbfc90c4a91" /><Relationship Type="http://schemas.openxmlformats.org/officeDocument/2006/relationships/notesMaster" Target="/ppt/notesMasters/notesMaster1.xml" Id="R44cde96b77f14e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477ee01194287" /><Relationship Type="http://schemas.openxmlformats.org/officeDocument/2006/relationships/notesMaster" Target="/ppt/notesMasters/notesMaster1.xml" Id="Rec90228cea0945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2b71f25b244374" /><Relationship Type="http://schemas.openxmlformats.org/officeDocument/2006/relationships/notesMaster" Target="/ppt/notesMasters/notesMaster1.xml" Id="R20b837c9432f47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4b02e25d02449d" /><Relationship Type="http://schemas.openxmlformats.org/officeDocument/2006/relationships/notesMaster" Target="/ppt/notesMasters/notesMaster1.xml" Id="Re3c92d41085a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MCP as a connection standard for AI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five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MCP and use the official connector analogy.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integration problem MCP addresses.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host, client, and server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Differentiate the three main server primitives.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https://modelcontextprotocol.io/docs/learn/server-concepts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discovery and tool execution at a high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practical value of standardization.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MCP enables access but does not remove the need for authorization and clear user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https://modelcontextprotocol.io/specification/2025-06-18/basic/authorization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architecture and the safety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https://modelcontextprotocol.io/specification/2025-06-18/basic/authorization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b1e545c37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6c497aa9042d5" /><Relationship Type="http://schemas.openxmlformats.org/officeDocument/2006/relationships/slideLayout" Target="/ppt/slideLayouts/slideLayout1.xml" Id="R8253e0ebcdb2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53e0ebcdb2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0de3224a743af" /><Relationship Type="http://schemas.openxmlformats.org/officeDocument/2006/relationships/notesSlide" Target="/ppt/notesSlides/notesSlide1.xml" Id="R640a45be9a53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6f688a6db4bf0" /><Relationship Type="http://schemas.openxmlformats.org/officeDocument/2006/relationships/notesSlide" Target="/ppt/notesSlides/notesSlide2.xml" Id="Rf1aeee995159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96a2ed77c4815" /><Relationship Type="http://schemas.openxmlformats.org/officeDocument/2006/relationships/notesSlide" Target="/ppt/notesSlides/notesSlide3.xml" Id="Ra13b55243148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a50f6da2e4565" /><Relationship Type="http://schemas.openxmlformats.org/officeDocument/2006/relationships/notesSlide" Target="/ppt/notesSlides/notesSlide4.xml" Id="Re5975aedd06d4e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4ef23c2e4746" /><Relationship Type="http://schemas.openxmlformats.org/officeDocument/2006/relationships/notesSlide" Target="/ppt/notesSlides/notesSlide5.xml" Id="Rdf7f253f7962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ae5b8e3784fd5" /><Relationship Type="http://schemas.openxmlformats.org/officeDocument/2006/relationships/notesSlide" Target="/ppt/notesSlides/notesSlide6.xml" Id="Rd1dfa5d03508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81c1a285e4426" /><Relationship Type="http://schemas.openxmlformats.org/officeDocument/2006/relationships/notesSlide" Target="/ppt/notesSlides/notesSlide7.xml" Id="Ra2d17beaeea448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f54ba3a224dcc" /><Relationship Type="http://schemas.openxmlformats.org/officeDocument/2006/relationships/notesSlide" Target="/ppt/notesSlides/notesSlide8.xml" Id="R32db657747ca4b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2292eb63a4fa3" /><Relationship Type="http://schemas.openxmlformats.org/officeDocument/2006/relationships/notesSlide" Target="/ppt/notesSlides/notesSlide9.xml" Id="R45b8b83bb692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3ef01519249cf" /><Relationship Type="http://schemas.openxmlformats.org/officeDocument/2006/relationships/notesSlide" Target="/ppt/notesSlides/notesSlide10.xml" Id="R9e239628570648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E478-01F5-4E8D-AC0F-F9145DF1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733C0-440A-460A-BEAD-769BE0D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B4B7A"/>
                </a:solidFill>
              </a:defRPr>
            </a:pPr>
            <a:r>
              <a:rPr sz="4050" b="1">
                <a:solidFill>
                  <a:srgbClr val="1B4B7A"/>
                </a:solidFill>
              </a:rPr>
              <a:t>MCP Basics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D4BFF-3E92-4B9A-ADF2-1187FD0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77A"/>
                </a:solidFill>
              </a:defRPr>
            </a:pPr>
            <a:r>
              <a:rPr sz="2100" b="0">
                <a:solidFill>
                  <a:srgbClr val="58677A"/>
                </a:solidFill>
              </a:rPr>
              <a:t>Model Context Protocol explained simply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55B9A-B05A-49B3-9040-4E2DF99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05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77A"/>
                </a:solidFill>
              </a:defRPr>
            </a:pPr>
            <a:r>
              <a:rPr sz="1350" b="0">
                <a:solidFill>
                  <a:srgbClr val="58677A"/>
                </a:solidFill>
              </a:rPr>
              <a:t>A 10-slide introduction</a:t>
            </a:r>
          </a:p>
        </p:txBody>
      </p:sp>
    </p:spTree>
    <p:extLst>
      <p:ext uri="{BB962C8B-B14F-4D97-AF65-F5344CB8AC3E}">
        <p14:creationId xmlns:p14="http://schemas.microsoft.com/office/powerpoint/2010/main" val="943474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38A7-C560-4AF0-B8A7-7113245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1D000-16F7-41BE-BFB8-70D692D8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AD185-6DDB-4CA1-9C2C-B65DB516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E78A3-0B39-4EBE-B17A-9641C94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F1BD2-710B-4498-9394-062DA30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What MCP 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Why it exists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Main components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How an interaction 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Benefits and safety</a:t>
            </a:r>
          </a:p>
        </p:txBody>
      </p:sp>
    </p:spTree>
    <p:extLst>
      <p:ext uri="{BB962C8B-B14F-4D97-AF65-F5344CB8AC3E}">
        <p14:creationId xmlns:p14="http://schemas.microsoft.com/office/powerpoint/2010/main" val="530639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79724-8D7C-4963-9741-005AE4A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984C4-969D-4F69-9AB4-778D9A8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What is MCP?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E0701-1BAB-44CC-A89C-A833EA2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A2E35-A845-4E59-A21B-7B092DE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9AC3A-8A8A-4F24-B3F5-BAF3DB7B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MCP stands for Model Context Protocol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It is an open standard for connecting AI applications to outside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Those systems can provide data, tools, and reusable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It is often compared with a common connector such as USB-C</a:t>
            </a:r>
          </a:p>
        </p:txBody>
      </p:sp>
    </p:spTree>
    <p:extLst>
      <p:ext uri="{BB962C8B-B14F-4D97-AF65-F5344CB8AC3E}">
        <p14:creationId xmlns:p14="http://schemas.microsoft.com/office/powerpoint/2010/main" val="264646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E5146-9DA4-472C-A135-DBD69720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0C81F-9026-4CE1-B6DC-89F4090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Why MCP exists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62A55-3372-4135-B19D-F0E049C8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4FEFB-9B5F-464C-B597-5BCF59D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3D06E-8E63-4B2F-AE20-D9D4400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AI applications often need access to files, calendars, databases, and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Custom integrations create duplicated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A shared protocol gives applications and external systems a consistent way to communicate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Developers can reuse integrations across compatible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45579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2344-4502-403E-9CCD-520679FE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B565F-BBD5-43E8-8DC3-D3FD0FB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Main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DA329-2D4B-40F9-9709-4781DCC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0FD06-63B2-4326-BC95-729EDD0E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7422-6037-4BEB-9AA9-D45F8F3B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B8C8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4E7A-E947-4CD2-8F17-8C3CC6A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4B7A"/>
                </a:solidFill>
              </a:defRPr>
            </a:pPr>
            <a:r>
              <a:rPr sz="2250" b="1">
                <a:solidFill>
                  <a:srgbClr val="1B4B7A"/>
                </a:solidFill>
              </a:rPr>
              <a:t>Host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F287F-5AA5-48AA-A865-53C19F35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77A"/>
                </a:solidFill>
              </a:defRPr>
            </a:pPr>
            <a:r>
              <a:rPr sz="1500" b="0">
                <a:solidFill>
                  <a:srgbClr val="58677A"/>
                </a:solidFill>
              </a:rPr>
              <a:t>The AI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E59AB-995B-4362-A33E-C5F9CE3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B8C8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4B507-DD87-46FE-AF78-C28B0D8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81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4B7A"/>
                </a:solidFill>
              </a:defRPr>
            </a:pPr>
            <a:r>
              <a:rPr sz="2250" b="1">
                <a:solidFill>
                  <a:srgbClr val="1B4B7A"/>
                </a:solidFill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B90F4-0ED9-4ED2-9185-EA3CFA1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48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77A"/>
                </a:solidFill>
              </a:defRPr>
            </a:pPr>
            <a:r>
              <a:rPr sz="1500" b="0">
                <a:solidFill>
                  <a:srgbClr val="58677A"/>
                </a:solidFill>
              </a:rPr>
              <a:t>The connection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C1A1C-7647-4C49-95FD-2AF6893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B8C8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43250-64FB-438C-BD7C-C3D436EF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4B7A"/>
                </a:solidFill>
              </a:defRPr>
            </a:pPr>
            <a:r>
              <a:rPr sz="2250" b="1">
                <a:solidFill>
                  <a:srgbClr val="1B4B7A"/>
                </a:solidFill>
              </a:rPr>
              <a:t>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5FDB1-3411-4955-8682-151317A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77A"/>
                </a:solidFill>
              </a:defRPr>
            </a:pPr>
            <a:r>
              <a:rPr sz="1500" b="0">
                <a:solidFill>
                  <a:srgbClr val="58677A"/>
                </a:solidFill>
              </a:rPr>
              <a:t>The outside helper</a:t>
            </a:r>
          </a:p>
        </p:txBody>
      </p:sp>
    </p:spTree>
    <p:extLst>
      <p:ext uri="{BB962C8B-B14F-4D97-AF65-F5344CB8AC3E}">
        <p14:creationId xmlns:p14="http://schemas.microsoft.com/office/powerpoint/2010/main" val="967932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73B07-A36B-43BD-9815-4A93BD4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49398-9FB9-41F8-87F5-EC0DC68C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Tools, resources, and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5970-E5BC-4C71-B6FC-8079547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FF84B-602B-49FE-88D8-372A290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2BAC-BB19-4D04-B2EA-7E6935D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Tools: functions the AI can call to perform 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Resources: data that can be read and added as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Prompts: reusable interaction templates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Servers describe which of these capabilities they support</a:t>
            </a:r>
          </a:p>
        </p:txBody>
      </p:sp>
    </p:spTree>
    <p:extLst>
      <p:ext uri="{BB962C8B-B14F-4D97-AF65-F5344CB8AC3E}">
        <p14:creationId xmlns:p14="http://schemas.microsoft.com/office/powerpoint/2010/main" val="1815027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D074B-2156-48DA-B68F-F3344B0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A20B5-D425-4EB4-973C-189EF68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Typical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999A7-B29F-4C6F-8075-8E5D79A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A8782-EC84-4CA8-AF34-BBDAE146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ECBEF-35EA-4B1D-A2A4-CF6A086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AI application connects to an MCP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client and server negotiate their supported capabilities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application discovers available tools or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AI selects a tool and supplies structured arguments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server returns a structured result</a:t>
            </a:r>
          </a:p>
        </p:txBody>
      </p:sp>
    </p:spTree>
    <p:extLst>
      <p:ext uri="{BB962C8B-B14F-4D97-AF65-F5344CB8AC3E}">
        <p14:creationId xmlns:p14="http://schemas.microsoft.com/office/powerpoint/2010/main" val="1277517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E312F-3673-4D66-ADCE-C8CC844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FE894-6BCB-4680-96E4-CD1A8C8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95EC-0854-4B36-A9F4-1C8A8E6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BD7E8-99DE-4FA0-9CE5-602654AB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8D650-28DA-4CF0-B5F5-8F7DDC70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Less repeated integration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A growing ecosystem of compatible clients and servers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A consistent method for discovering capabilities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Support for local and remote servers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Clearer boundaries between an AI application and outside systems</a:t>
            </a:r>
          </a:p>
        </p:txBody>
      </p:sp>
    </p:spTree>
    <p:extLst>
      <p:ext uri="{BB962C8B-B14F-4D97-AF65-F5344CB8AC3E}">
        <p14:creationId xmlns:p14="http://schemas.microsoft.com/office/powerpoint/2010/main" val="1911069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714C8-0FBD-47B8-A61F-5E15C8F6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AE5CA-E9E1-44F0-AF2B-14A3D90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Security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CEAB6-B174-4115-B406-7090590C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1CCFF-DB2D-45C9-A369-E3C7EC74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0452-49FA-4A23-A5A8-5C4B3537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External actions and data access require careful permission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Remote connections can use standard authorization mechanisms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Tokens should be issued for and validated by the intended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Applications should show users what data and actions are being requested</a:t>
            </a:r>
          </a:p>
        </p:txBody>
      </p:sp>
    </p:spTree>
    <p:extLst>
      <p:ext uri="{BB962C8B-B14F-4D97-AF65-F5344CB8AC3E}">
        <p14:creationId xmlns:p14="http://schemas.microsoft.com/office/powerpoint/2010/main" val="1654770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52018-5B5C-463B-A4A5-6CE88EA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B7A"/>
          </a:solidFill>
          <a:ln xmlns:a="http://schemas.openxmlformats.org/drawingml/2006/main" w="0">
            <a:solidFill>
              <a:srgbClr val="1B4B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EE293-16D4-4F8B-9058-DE31BD9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4B7A"/>
                </a:solidFill>
              </a:defRPr>
            </a:pPr>
            <a:r>
              <a:rPr sz="2850" b="1">
                <a:solidFill>
                  <a:srgbClr val="1B4B7A"/>
                </a:solidFill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B6A4E-AC10-4CF0-8509-A62541C5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2BB09-ADBB-4798-A76C-693FDFFD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</a:defRPr>
            </a:pPr>
            <a:r>
              <a:rPr sz="1050" b="0">
                <a:solidFill>
                  <a:srgbClr val="58677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1EE1-2373-4193-B58C-736121B0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981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MCP is a shared protocol for connecting AI applications to external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Hosts connect through clients to servers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Servers can provide tools, resources, and prompts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The protocol standardizes communication, discovery, and structured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- Good implementations still need permission, trust, and security controls</a:t>
            </a:r>
          </a:p>
        </p:txBody>
      </p:sp>
    </p:spTree>
    <p:extLst>
      <p:ext uri="{BB962C8B-B14F-4D97-AF65-F5344CB8AC3E}">
        <p14:creationId xmlns:p14="http://schemas.microsoft.com/office/powerpoint/2010/main" val="1170633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2026-07-27T18:32:35.1730000Z</dcterms:created>
  <dcterms:modified xsi:type="dcterms:W3CDTF">2026-07-27T18:32:35.1730000Z</dcterms:modified>
</coreProperties>
</file>